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147471438" r:id="rId2"/>
    <p:sldId id="214747143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6D3F0E-1183-C544-AFC1-DDA231363A38}" v="1" dt="2025-10-23T09:32:14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2"/>
    <p:restoredTop sz="94610"/>
  </p:normalViewPr>
  <p:slideViewPr>
    <p:cSldViewPr snapToGrid="0">
      <p:cViewPr varScale="1">
        <p:scale>
          <a:sx n="111" d="100"/>
          <a:sy n="111" d="100"/>
        </p:scale>
        <p:origin x="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 Deshpande" userId="9eb572e1-638b-496c-b95e-b9c49d5090a4" providerId="ADAL" clId="{520DF211-C1AB-5A5B-9E66-45ED29265994}"/>
    <pc:docChg chg="custSel modSld">
      <pc:chgData name="Prashant Deshpande" userId="9eb572e1-638b-496c-b95e-b9c49d5090a4" providerId="ADAL" clId="{520DF211-C1AB-5A5B-9E66-45ED29265994}" dt="2025-10-23T09:33:29.114" v="35" actId="14100"/>
      <pc:docMkLst>
        <pc:docMk/>
      </pc:docMkLst>
      <pc:sldChg chg="addSp delSp modSp mod">
        <pc:chgData name="Prashant Deshpande" userId="9eb572e1-638b-496c-b95e-b9c49d5090a4" providerId="ADAL" clId="{520DF211-C1AB-5A5B-9E66-45ED29265994}" dt="2025-10-23T09:33:29.114" v="35" actId="14100"/>
        <pc:sldMkLst>
          <pc:docMk/>
          <pc:sldMk cId="4069326617" sldId="2147471439"/>
        </pc:sldMkLst>
        <pc:spChg chg="mod">
          <ac:chgData name="Prashant Deshpande" userId="9eb572e1-638b-496c-b95e-b9c49d5090a4" providerId="ADAL" clId="{520DF211-C1AB-5A5B-9E66-45ED29265994}" dt="2025-10-23T09:32:34.412" v="15" actId="20577"/>
          <ac:spMkLst>
            <pc:docMk/>
            <pc:sldMk cId="4069326617" sldId="2147471439"/>
            <ac:spMk id="5" creationId="{64C75962-6C09-281B-E4C7-7035E9C2DA48}"/>
          </ac:spMkLst>
        </pc:spChg>
        <pc:spChg chg="del">
          <ac:chgData name="Prashant Deshpande" userId="9eb572e1-638b-496c-b95e-b9c49d5090a4" providerId="ADAL" clId="{520DF211-C1AB-5A5B-9E66-45ED29265994}" dt="2025-10-23T09:32:06.320" v="1" actId="478"/>
          <ac:spMkLst>
            <pc:docMk/>
            <pc:sldMk cId="4069326617" sldId="2147471439"/>
            <ac:spMk id="30" creationId="{88C36A4D-FB1E-695D-61CE-60A27C8919FC}"/>
          </ac:spMkLst>
        </pc:spChg>
        <pc:grpChg chg="del">
          <ac:chgData name="Prashant Deshpande" userId="9eb572e1-638b-496c-b95e-b9c49d5090a4" providerId="ADAL" clId="{520DF211-C1AB-5A5B-9E66-45ED29265994}" dt="2025-10-23T09:32:02.088" v="0" actId="478"/>
          <ac:grpSpMkLst>
            <pc:docMk/>
            <pc:sldMk cId="4069326617" sldId="2147471439"/>
            <ac:grpSpMk id="26" creationId="{6D112B34-C9DA-15B2-9634-CA2BE3201E8A}"/>
          </ac:grpSpMkLst>
        </pc:grpChg>
        <pc:picChg chg="mod">
          <ac:chgData name="Prashant Deshpande" userId="9eb572e1-638b-496c-b95e-b9c49d5090a4" providerId="ADAL" clId="{520DF211-C1AB-5A5B-9E66-45ED29265994}" dt="2025-10-23T09:32:59.923" v="20" actId="14100"/>
          <ac:picMkLst>
            <pc:docMk/>
            <pc:sldMk cId="4069326617" sldId="2147471439"/>
            <ac:picMk id="7" creationId="{ADFEBAC7-ADAC-9FCC-9718-49AFC1B81A41}"/>
          </ac:picMkLst>
        </pc:picChg>
        <pc:picChg chg="add mod">
          <ac:chgData name="Prashant Deshpande" userId="9eb572e1-638b-496c-b95e-b9c49d5090a4" providerId="ADAL" clId="{520DF211-C1AB-5A5B-9E66-45ED29265994}" dt="2025-10-23T09:33:22.418" v="33" actId="1038"/>
          <ac:picMkLst>
            <pc:docMk/>
            <pc:sldMk cId="4069326617" sldId="2147471439"/>
            <ac:picMk id="8" creationId="{5F10E67F-2117-9726-87E1-4A1785067A1F}"/>
          </ac:picMkLst>
        </pc:picChg>
        <pc:picChg chg="mod">
          <ac:chgData name="Prashant Deshpande" userId="9eb572e1-638b-496c-b95e-b9c49d5090a4" providerId="ADAL" clId="{520DF211-C1AB-5A5B-9E66-45ED29265994}" dt="2025-10-23T09:33:02.749" v="21" actId="14100"/>
          <ac:picMkLst>
            <pc:docMk/>
            <pc:sldMk cId="4069326617" sldId="2147471439"/>
            <ac:picMk id="13" creationId="{81684464-7858-4AF7-66A0-DB369BB65F79}"/>
          </ac:picMkLst>
        </pc:picChg>
        <pc:picChg chg="mod">
          <ac:chgData name="Prashant Deshpande" userId="9eb572e1-638b-496c-b95e-b9c49d5090a4" providerId="ADAL" clId="{520DF211-C1AB-5A5B-9E66-45ED29265994}" dt="2025-10-23T09:33:29.114" v="35" actId="14100"/>
          <ac:picMkLst>
            <pc:docMk/>
            <pc:sldMk cId="4069326617" sldId="2147471439"/>
            <ac:picMk id="21" creationId="{3D71BB22-6D3E-39E0-5D08-596E1E0F271B}"/>
          </ac:picMkLst>
        </pc:picChg>
        <pc:picChg chg="mod">
          <ac:chgData name="Prashant Deshpande" userId="9eb572e1-638b-496c-b95e-b9c49d5090a4" providerId="ADAL" clId="{520DF211-C1AB-5A5B-9E66-45ED29265994}" dt="2025-10-23T09:33:25.535" v="34" actId="14100"/>
          <ac:picMkLst>
            <pc:docMk/>
            <pc:sldMk cId="4069326617" sldId="2147471439"/>
            <ac:picMk id="25" creationId="{8D342952-6E0F-206F-463E-467981532E33}"/>
          </ac:picMkLst>
        </pc:picChg>
        <pc:cxnChg chg="del">
          <ac:chgData name="Prashant Deshpande" userId="9eb572e1-638b-496c-b95e-b9c49d5090a4" providerId="ADAL" clId="{520DF211-C1AB-5A5B-9E66-45ED29265994}" dt="2025-10-23T09:32:06.320" v="1" actId="478"/>
          <ac:cxnSpMkLst>
            <pc:docMk/>
            <pc:sldMk cId="4069326617" sldId="2147471439"/>
            <ac:cxnSpMk id="28" creationId="{12FF9CE1-8066-92AE-FE45-067C6B4E0EC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8098C-3A37-F446-81BC-5C6589F5F08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864F8-D919-AB4F-A8D5-DE5B7A958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07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B4B58-7C5A-A04C-A329-E204A9DEC5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697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864F8-D919-AB4F-A8D5-DE5B7A9583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59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Prashant@samsanlabs.com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873742" y="6730363"/>
            <a:ext cx="8306348" cy="134224"/>
          </a:xfrm>
          <a:prstGeom prst="rect">
            <a:avLst/>
          </a:prstGeom>
          <a:gradFill flip="none" rotWithShape="1">
            <a:gsLst>
              <a:gs pos="0">
                <a:srgbClr val="045B9B"/>
              </a:gs>
              <a:gs pos="74000">
                <a:srgbClr val="EC1C27"/>
              </a:gs>
              <a:gs pos="100000">
                <a:srgbClr val="F89A3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088495" rtl="0" eaLnBrk="1" latinLnBrk="0" hangingPunct="1"/>
            <a:endParaRPr lang="en-IN" sz="2166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2613AB-9DE5-412B-8150-F0D61D32F748}"/>
              </a:ext>
            </a:extLst>
          </p:cNvPr>
          <p:cNvSpPr/>
          <p:nvPr userDrawn="1"/>
        </p:nvSpPr>
        <p:spPr>
          <a:xfrm>
            <a:off x="3873742" y="0"/>
            <a:ext cx="8306348" cy="6730363"/>
          </a:xfrm>
          <a:prstGeom prst="rect">
            <a:avLst/>
          </a:prstGeom>
          <a:solidFill>
            <a:srgbClr val="174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529AA4-D18D-4614-9A6F-2FE5A2228A53}"/>
              </a:ext>
            </a:extLst>
          </p:cNvPr>
          <p:cNvCxnSpPr>
            <a:cxnSpLocks/>
          </p:cNvCxnSpPr>
          <p:nvPr userDrawn="1"/>
        </p:nvCxnSpPr>
        <p:spPr>
          <a:xfrm>
            <a:off x="4047222" y="3648325"/>
            <a:ext cx="74391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65426FA6-FA3E-48F6-BB70-BC6F4BCC6F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7222" y="2590811"/>
            <a:ext cx="7439193" cy="761853"/>
          </a:xfrm>
        </p:spPr>
        <p:txBody>
          <a:bodyPr>
            <a:normAutofit/>
          </a:bodyPr>
          <a:lstStyle>
            <a:lvl1pPr>
              <a:defRPr sz="28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2DBD94C-E9D5-4CD9-9449-EE28C42552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47222" y="4041123"/>
            <a:ext cx="7439193" cy="659873"/>
          </a:xfrm>
        </p:spPr>
        <p:txBody>
          <a:bodyPr>
            <a:normAutofit/>
          </a:bodyPr>
          <a:lstStyle>
            <a:lvl1pPr marL="0" indent="0" algn="l">
              <a:buNone/>
              <a:defRPr sz="1666">
                <a:solidFill>
                  <a:schemeClr val="bg1"/>
                </a:solidFill>
              </a:defRPr>
            </a:lvl1pPr>
            <a:lvl2pPr marL="544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name of the presenter</a:t>
            </a:r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8CDB4252-AAA9-42B8-B48A-3A610452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8983" y="6314336"/>
            <a:ext cx="1016890" cy="245953"/>
          </a:xfrm>
        </p:spPr>
        <p:txBody>
          <a:bodyPr/>
          <a:lstStyle>
            <a:lvl1pPr>
              <a:defRPr sz="1166">
                <a:solidFill>
                  <a:schemeClr val="bg1"/>
                </a:solidFill>
              </a:defRPr>
            </a:lvl1pPr>
          </a:lstStyle>
          <a:p>
            <a:fld id="{8E8E757E-91C6-4147-9239-BE9C3C4C11DA}" type="datetime5">
              <a:rPr lang="en-US" smtClean="0"/>
              <a:pPr/>
              <a:t>15-Oct-25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260" y="2628093"/>
            <a:ext cx="1783591" cy="204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7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72613AB-9DE5-412B-8150-F0D61D32F748}"/>
              </a:ext>
            </a:extLst>
          </p:cNvPr>
          <p:cNvSpPr/>
          <p:nvPr userDrawn="1"/>
        </p:nvSpPr>
        <p:spPr>
          <a:xfrm>
            <a:off x="4889630" y="0"/>
            <a:ext cx="7290460" cy="6858000"/>
          </a:xfrm>
          <a:prstGeom prst="rect">
            <a:avLst/>
          </a:prstGeom>
          <a:gradFill flip="none" rotWithShape="1">
            <a:gsLst>
              <a:gs pos="0">
                <a:srgbClr val="045B9B"/>
              </a:gs>
              <a:gs pos="81000">
                <a:srgbClr val="EC1C27"/>
              </a:gs>
              <a:gs pos="100000">
                <a:srgbClr val="F89A3A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529AA4-D18D-4614-9A6F-2FE5A2228A53}"/>
              </a:ext>
            </a:extLst>
          </p:cNvPr>
          <p:cNvCxnSpPr/>
          <p:nvPr userDrawn="1"/>
        </p:nvCxnSpPr>
        <p:spPr>
          <a:xfrm>
            <a:off x="5242378" y="3648325"/>
            <a:ext cx="6239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65426FA6-FA3E-48F6-BB70-BC6F4BCC6F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5866" y="2590811"/>
            <a:ext cx="6185836" cy="761853"/>
          </a:xfrm>
        </p:spPr>
        <p:txBody>
          <a:bodyPr>
            <a:normAutofit/>
          </a:bodyPr>
          <a:lstStyle>
            <a:lvl1pPr>
              <a:defRPr sz="28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2DBD94C-E9D5-4CD9-9449-EE28C42552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5866" y="4041123"/>
            <a:ext cx="6095338" cy="659873"/>
          </a:xfrm>
        </p:spPr>
        <p:txBody>
          <a:bodyPr>
            <a:normAutofit/>
          </a:bodyPr>
          <a:lstStyle>
            <a:lvl1pPr marL="0" indent="0" algn="l">
              <a:buNone/>
              <a:defRPr sz="1666">
                <a:solidFill>
                  <a:schemeClr val="bg1"/>
                </a:solidFill>
              </a:defRPr>
            </a:lvl1pPr>
            <a:lvl2pPr marL="544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name of the presenter</a:t>
            </a:r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8CDB4252-AAA9-42B8-B48A-3A610452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8983" y="6314336"/>
            <a:ext cx="1016890" cy="245953"/>
          </a:xfrm>
        </p:spPr>
        <p:txBody>
          <a:bodyPr/>
          <a:lstStyle>
            <a:lvl1pPr>
              <a:defRPr sz="1166">
                <a:solidFill>
                  <a:schemeClr val="bg1"/>
                </a:solidFill>
              </a:defRPr>
            </a:lvl1pPr>
          </a:lstStyle>
          <a:p>
            <a:fld id="{8E8E757E-91C6-4147-9239-BE9C3C4C11DA}" type="datetime5">
              <a:rPr lang="en-US" smtClean="0"/>
              <a:pPr/>
              <a:t>15-Oct-25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291C5-F881-F8DA-16F2-BD14F46414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047" y="2438238"/>
            <a:ext cx="3743195" cy="198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328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72613AB-9DE5-412B-8150-F0D61D32F748}"/>
              </a:ext>
            </a:extLst>
          </p:cNvPr>
          <p:cNvSpPr/>
          <p:nvPr userDrawn="1"/>
        </p:nvSpPr>
        <p:spPr>
          <a:xfrm>
            <a:off x="4889630" y="0"/>
            <a:ext cx="7302370" cy="6858000"/>
          </a:xfrm>
          <a:prstGeom prst="rect">
            <a:avLst/>
          </a:prstGeom>
          <a:solidFill>
            <a:srgbClr val="105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529AA4-D18D-4614-9A6F-2FE5A2228A53}"/>
              </a:ext>
            </a:extLst>
          </p:cNvPr>
          <p:cNvCxnSpPr/>
          <p:nvPr userDrawn="1"/>
        </p:nvCxnSpPr>
        <p:spPr>
          <a:xfrm>
            <a:off x="5242378" y="3648325"/>
            <a:ext cx="6239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65426FA6-FA3E-48F6-BB70-BC6F4BCC6F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5866" y="2590811"/>
            <a:ext cx="6185836" cy="761853"/>
          </a:xfrm>
        </p:spPr>
        <p:txBody>
          <a:bodyPr>
            <a:normAutofit/>
          </a:bodyPr>
          <a:lstStyle>
            <a:lvl1pPr>
              <a:defRPr sz="28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2DBD94C-E9D5-4CD9-9449-EE28C42552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5866" y="4041123"/>
            <a:ext cx="6095338" cy="659873"/>
          </a:xfrm>
        </p:spPr>
        <p:txBody>
          <a:bodyPr>
            <a:normAutofit/>
          </a:bodyPr>
          <a:lstStyle>
            <a:lvl1pPr marL="0" indent="0" algn="l">
              <a:buNone/>
              <a:defRPr sz="1666">
                <a:solidFill>
                  <a:schemeClr val="bg1"/>
                </a:solidFill>
              </a:defRPr>
            </a:lvl1pPr>
            <a:lvl2pPr marL="544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name of the presenter</a:t>
            </a:r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8CDB4252-AAA9-42B8-B48A-3A610452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8983" y="6314336"/>
            <a:ext cx="1016890" cy="245953"/>
          </a:xfrm>
        </p:spPr>
        <p:txBody>
          <a:bodyPr/>
          <a:lstStyle>
            <a:lvl1pPr>
              <a:defRPr sz="1166">
                <a:solidFill>
                  <a:schemeClr val="bg1"/>
                </a:solidFill>
              </a:defRPr>
            </a:lvl1pPr>
          </a:lstStyle>
          <a:p>
            <a:fld id="{8E8E757E-91C6-4147-9239-BE9C3C4C11DA}" type="datetime5">
              <a:rPr lang="en-US" smtClean="0"/>
              <a:pPr/>
              <a:t>15-Oct-25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291C5-F881-F8DA-16F2-BD14F46414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047" y="2438238"/>
            <a:ext cx="3743195" cy="198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4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72613AB-9DE5-412B-8150-F0D61D32F748}"/>
              </a:ext>
            </a:extLst>
          </p:cNvPr>
          <p:cNvSpPr/>
          <p:nvPr userDrawn="1"/>
        </p:nvSpPr>
        <p:spPr>
          <a:xfrm>
            <a:off x="4889630" y="0"/>
            <a:ext cx="7290460" cy="6858000"/>
          </a:xfrm>
          <a:prstGeom prst="rect">
            <a:avLst/>
          </a:prstGeom>
          <a:solidFill>
            <a:srgbClr val="105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529AA4-D18D-4614-9A6F-2FE5A2228A53}"/>
              </a:ext>
            </a:extLst>
          </p:cNvPr>
          <p:cNvCxnSpPr/>
          <p:nvPr userDrawn="1"/>
        </p:nvCxnSpPr>
        <p:spPr>
          <a:xfrm>
            <a:off x="5242378" y="3648325"/>
            <a:ext cx="6239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65426FA6-FA3E-48F6-BB70-BC6F4BCC6F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5866" y="2590811"/>
            <a:ext cx="6185836" cy="761853"/>
          </a:xfrm>
        </p:spPr>
        <p:txBody>
          <a:bodyPr>
            <a:normAutofit/>
          </a:bodyPr>
          <a:lstStyle>
            <a:lvl1pPr>
              <a:defRPr sz="28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2DBD94C-E9D5-4CD9-9449-EE28C42552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5866" y="4041123"/>
            <a:ext cx="6095338" cy="659873"/>
          </a:xfrm>
        </p:spPr>
        <p:txBody>
          <a:bodyPr>
            <a:normAutofit/>
          </a:bodyPr>
          <a:lstStyle>
            <a:lvl1pPr marL="0" indent="0" algn="l">
              <a:buNone/>
              <a:defRPr sz="1666">
                <a:solidFill>
                  <a:schemeClr val="bg1"/>
                </a:solidFill>
              </a:defRPr>
            </a:lvl1pPr>
            <a:lvl2pPr marL="544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name of the presenter</a:t>
            </a:r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8CDB4252-AAA9-42B8-B48A-3A610452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8983" y="6314336"/>
            <a:ext cx="1016890" cy="245953"/>
          </a:xfrm>
        </p:spPr>
        <p:txBody>
          <a:bodyPr/>
          <a:lstStyle>
            <a:lvl1pPr>
              <a:defRPr sz="1166">
                <a:solidFill>
                  <a:schemeClr val="bg1"/>
                </a:solidFill>
              </a:defRPr>
            </a:lvl1pPr>
          </a:lstStyle>
          <a:p>
            <a:fld id="{8E8E757E-91C6-4147-9239-BE9C3C4C11DA}" type="datetime5">
              <a:rPr lang="en-US" smtClean="0"/>
              <a:pPr/>
              <a:t>15-Oct-25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291C5-F881-F8DA-16F2-BD14F46414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047" y="2438238"/>
            <a:ext cx="3743195" cy="198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0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730363"/>
            <a:ext cx="12192000" cy="134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088495" rtl="0" eaLnBrk="1" latinLnBrk="0" hangingPunct="1"/>
            <a:endParaRPr lang="en-IN" sz="2166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2613AB-9DE5-412B-8150-F0D61D32F748}"/>
              </a:ext>
            </a:extLst>
          </p:cNvPr>
          <p:cNvSpPr/>
          <p:nvPr userDrawn="1"/>
        </p:nvSpPr>
        <p:spPr>
          <a:xfrm>
            <a:off x="0" y="0"/>
            <a:ext cx="12192000" cy="6730363"/>
          </a:xfrm>
          <a:prstGeom prst="rect">
            <a:avLst/>
          </a:prstGeom>
          <a:gradFill flip="none" rotWithShape="1">
            <a:gsLst>
              <a:gs pos="0">
                <a:srgbClr val="045B9B"/>
              </a:gs>
              <a:gs pos="81000">
                <a:srgbClr val="EC1C27"/>
              </a:gs>
              <a:gs pos="100000">
                <a:srgbClr val="F89A3A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529AA4-D18D-4614-9A6F-2FE5A2228A53}"/>
              </a:ext>
            </a:extLst>
          </p:cNvPr>
          <p:cNvCxnSpPr/>
          <p:nvPr userDrawn="1"/>
        </p:nvCxnSpPr>
        <p:spPr>
          <a:xfrm>
            <a:off x="410471" y="3648325"/>
            <a:ext cx="113987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65426FA6-FA3E-48F6-BB70-BC6F4BCC6F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3958" y="2590811"/>
            <a:ext cx="8205199" cy="761853"/>
          </a:xfrm>
        </p:spPr>
        <p:txBody>
          <a:bodyPr>
            <a:normAutofit/>
          </a:bodyPr>
          <a:lstStyle>
            <a:lvl1pPr>
              <a:defRPr sz="28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2DBD94C-E9D5-4CD9-9449-EE28C42552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3959" y="4041123"/>
            <a:ext cx="6095338" cy="659873"/>
          </a:xfrm>
        </p:spPr>
        <p:txBody>
          <a:bodyPr>
            <a:normAutofit/>
          </a:bodyPr>
          <a:lstStyle>
            <a:lvl1pPr marL="0" indent="0" algn="l">
              <a:buNone/>
              <a:defRPr sz="1666">
                <a:solidFill>
                  <a:schemeClr val="bg1"/>
                </a:solidFill>
              </a:defRPr>
            </a:lvl1pPr>
            <a:lvl2pPr marL="544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name of the presenter</a:t>
            </a:r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8CDB4252-AAA9-42B8-B48A-3A610452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076" y="6314336"/>
            <a:ext cx="1016890" cy="245953"/>
          </a:xfrm>
        </p:spPr>
        <p:txBody>
          <a:bodyPr/>
          <a:lstStyle>
            <a:lvl1pPr>
              <a:defRPr sz="1166">
                <a:solidFill>
                  <a:schemeClr val="bg1"/>
                </a:solidFill>
              </a:defRPr>
            </a:lvl1pPr>
          </a:lstStyle>
          <a:p>
            <a:fld id="{8E8E757E-91C6-4147-9239-BE9C3C4C11DA}" type="datetime5">
              <a:rPr lang="en-US" smtClean="0"/>
              <a:pPr/>
              <a:t>15-Oct-25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5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44668"/>
            <a:ext cx="12192000" cy="419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07628" y="6528204"/>
            <a:ext cx="1016890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01F15CA8-221F-4414-94EA-5EA657BD9C69}" type="datetime5">
              <a:rPr lang="en-US" smtClean="0"/>
              <a:pPr/>
              <a:t>15-Oct-25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94504" y="6528204"/>
            <a:ext cx="5346242" cy="265318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493" y="6528204"/>
            <a:ext cx="506945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5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 rot="5400000">
            <a:off x="695811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2103605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rot="5400000">
            <a:off x="4429762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56F548AD-B49A-4B62-92B8-888ABE21A0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328" y="293459"/>
            <a:ext cx="9990327" cy="599884"/>
          </a:xfrm>
        </p:spPr>
        <p:txBody>
          <a:bodyPr>
            <a:normAutofit/>
          </a:bodyPr>
          <a:lstStyle>
            <a:lvl1pPr>
              <a:defRPr sz="2750" baseline="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C6B0994-20ED-4845-B648-CB431364F4AA}"/>
              </a:ext>
            </a:extLst>
          </p:cNvPr>
          <p:cNvSpPr txBox="1">
            <a:spLocks/>
          </p:cNvSpPr>
          <p:nvPr userDrawn="1"/>
        </p:nvSpPr>
        <p:spPr>
          <a:xfrm>
            <a:off x="2314711" y="6547570"/>
            <a:ext cx="2189762" cy="245953"/>
          </a:xfrm>
          <a:prstGeom prst="rect">
            <a:avLst/>
          </a:prstGeom>
        </p:spPr>
        <p:txBody>
          <a:bodyPr vert="horz" lIns="108846" tIns="54423" rIns="108846" bIns="54423" rtlCol="0" anchor="ctr"/>
          <a:lstStyle>
            <a:lvl1pPr algn="ctr">
              <a:defRPr sz="14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1088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6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SAMSAN confidential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F9804-8657-A90F-DA35-F22650AE347A}"/>
              </a:ext>
            </a:extLst>
          </p:cNvPr>
          <p:cNvSpPr/>
          <p:nvPr userDrawn="1"/>
        </p:nvSpPr>
        <p:spPr>
          <a:xfrm rot="5400000" flipV="1">
            <a:off x="-418086" y="419016"/>
            <a:ext cx="914224" cy="76192"/>
          </a:xfrm>
          <a:prstGeom prst="rect">
            <a:avLst/>
          </a:prstGeom>
          <a:solidFill>
            <a:srgbClr val="105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323000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44668"/>
            <a:ext cx="12192000" cy="419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07628" y="6528204"/>
            <a:ext cx="1016890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0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01F15CA8-221F-4414-94EA-5EA657BD9C69}" type="datetime5">
              <a:rPr lang="en-US" smtClean="0"/>
              <a:pPr/>
              <a:t>15-Oct-25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475" y="6528204"/>
            <a:ext cx="7317739" cy="265318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333" b="1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493" y="6528204"/>
            <a:ext cx="506945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0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 rot="5400000">
            <a:off x="695811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2103605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rot="5400000">
            <a:off x="4429762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56F548AD-B49A-4B62-92B8-888ABE21A0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328" y="293459"/>
            <a:ext cx="9990327" cy="599884"/>
          </a:xfrm>
        </p:spPr>
        <p:txBody>
          <a:bodyPr>
            <a:normAutofit/>
          </a:bodyPr>
          <a:lstStyle>
            <a:lvl1pPr>
              <a:defRPr sz="2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C6B0994-20ED-4845-B648-CB431364F4AA}"/>
              </a:ext>
            </a:extLst>
          </p:cNvPr>
          <p:cNvSpPr txBox="1">
            <a:spLocks/>
          </p:cNvSpPr>
          <p:nvPr userDrawn="1"/>
        </p:nvSpPr>
        <p:spPr>
          <a:xfrm>
            <a:off x="2314711" y="6547570"/>
            <a:ext cx="2189762" cy="245953"/>
          </a:xfrm>
          <a:prstGeom prst="rect">
            <a:avLst/>
          </a:prstGeom>
        </p:spPr>
        <p:txBody>
          <a:bodyPr vert="horz" lIns="108846" tIns="54423" rIns="108846" bIns="54423" rtlCol="0" anchor="ctr"/>
          <a:lstStyle>
            <a:lvl1pPr algn="ctr">
              <a:defRPr sz="14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1088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SAMSAN confidential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15"/>
          </p:nvPr>
        </p:nvSpPr>
        <p:spPr>
          <a:xfrm>
            <a:off x="263052" y="1143441"/>
            <a:ext cx="11483835" cy="4682551"/>
          </a:xfrm>
        </p:spPr>
        <p:txBody>
          <a:bodyPr/>
          <a:lstStyle>
            <a:lvl1pPr marL="408186" indent="-408186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2F085A-4D03-2ABD-6820-8589A0D82C68}"/>
              </a:ext>
            </a:extLst>
          </p:cNvPr>
          <p:cNvSpPr/>
          <p:nvPr userDrawn="1"/>
        </p:nvSpPr>
        <p:spPr>
          <a:xfrm rot="5400000" flipV="1">
            <a:off x="-418086" y="419016"/>
            <a:ext cx="914224" cy="76192"/>
          </a:xfrm>
          <a:prstGeom prst="rect">
            <a:avLst/>
          </a:prstGeom>
          <a:solidFill>
            <a:srgbClr val="105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176473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44668"/>
            <a:ext cx="12192000" cy="419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07628" y="6528204"/>
            <a:ext cx="1016890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01F15CA8-221F-4414-94EA-5EA657BD9C69}" type="datetime5">
              <a:rPr lang="en-US" smtClean="0"/>
              <a:pPr/>
              <a:t>15-Oct-25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94504" y="6528204"/>
            <a:ext cx="5346242" cy="265318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493" y="6528204"/>
            <a:ext cx="506945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 rot="5400000">
            <a:off x="695811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2103605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rot="5400000">
            <a:off x="4429762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56F548AD-B49A-4B62-92B8-888ABE21A0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328" y="293459"/>
            <a:ext cx="9990327" cy="599884"/>
          </a:xfrm>
        </p:spPr>
        <p:txBody>
          <a:bodyPr>
            <a:normAutofit/>
          </a:bodyPr>
          <a:lstStyle>
            <a:lvl1pPr>
              <a:defRPr sz="2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C6B0994-20ED-4845-B648-CB431364F4AA}"/>
              </a:ext>
            </a:extLst>
          </p:cNvPr>
          <p:cNvSpPr txBox="1">
            <a:spLocks/>
          </p:cNvSpPr>
          <p:nvPr userDrawn="1"/>
        </p:nvSpPr>
        <p:spPr>
          <a:xfrm>
            <a:off x="2314711" y="6547570"/>
            <a:ext cx="2189762" cy="245953"/>
          </a:xfrm>
          <a:prstGeom prst="rect">
            <a:avLst/>
          </a:prstGeom>
        </p:spPr>
        <p:txBody>
          <a:bodyPr vert="horz" lIns="108846" tIns="54423" rIns="108846" bIns="54423" rtlCol="0" anchor="ctr"/>
          <a:lstStyle>
            <a:lvl1pPr algn="ctr">
              <a:defRPr sz="14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1088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6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SAMSAN confidential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767" y="1007991"/>
            <a:ext cx="5668665" cy="5217936"/>
          </a:xfrm>
        </p:spPr>
        <p:txBody>
          <a:bodyPr lIns="0" tIns="0" rIns="0" bIns="0">
            <a:normAutofit/>
          </a:bodyPr>
          <a:lstStyle>
            <a:lvl1pPr marL="285704" indent="-285704">
              <a:spcBef>
                <a:spcPts val="714"/>
              </a:spcBef>
              <a:buFont typeface="Wingdings" panose="05000000000000000000" pitchFamily="2" charset="2"/>
              <a:buChar char="§"/>
              <a:defRPr sz="1666"/>
            </a:lvl1pPr>
            <a:lvl2pPr marL="0" indent="0">
              <a:spcBef>
                <a:spcPts val="714"/>
              </a:spcBef>
              <a:buNone/>
              <a:defRPr sz="2166"/>
            </a:lvl2pPr>
            <a:lvl3pPr marL="0" indent="0">
              <a:spcBef>
                <a:spcPts val="714"/>
              </a:spcBef>
              <a:buNone/>
              <a:defRPr sz="2166"/>
            </a:lvl3pPr>
            <a:lvl4pPr marL="0" indent="0">
              <a:spcBef>
                <a:spcPts val="714"/>
              </a:spcBef>
              <a:buNone/>
              <a:defRPr sz="2166"/>
            </a:lvl4pPr>
            <a:lvl5pPr marL="0" indent="0">
              <a:spcBef>
                <a:spcPts val="714"/>
              </a:spcBef>
              <a:buNone/>
              <a:defRPr sz="2166"/>
            </a:lvl5pPr>
          </a:lstStyle>
          <a:p>
            <a:pPr lvl="0"/>
            <a:r>
              <a:rPr lang="en-US"/>
              <a:t>Click to edit the body text</a:t>
            </a:r>
          </a:p>
        </p:txBody>
      </p:sp>
      <p:sp>
        <p:nvSpPr>
          <p:cNvPr id="24" name="Chart Placeholder 9"/>
          <p:cNvSpPr>
            <a:spLocks noGrp="1"/>
          </p:cNvSpPr>
          <p:nvPr>
            <p:ph type="chart" sz="quarter" idx="14" hasCustomPrompt="1"/>
          </p:nvPr>
        </p:nvSpPr>
        <p:spPr>
          <a:xfrm>
            <a:off x="6247722" y="1019711"/>
            <a:ext cx="5492156" cy="5224310"/>
          </a:xfrm>
        </p:spPr>
        <p:txBody>
          <a:bodyPr lIns="0" tIns="0" rIns="0" bIns="0">
            <a:normAutofit/>
          </a:bodyPr>
          <a:lstStyle>
            <a:lvl1pPr>
              <a:buFontTx/>
              <a:buNone/>
              <a:defRPr sz="1666"/>
            </a:lvl1pPr>
          </a:lstStyle>
          <a:p>
            <a:r>
              <a:rPr lang="en-US"/>
              <a:t>Click to place a chart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80AC67-42A3-7FE4-13B9-DD12EF2E1798}"/>
              </a:ext>
            </a:extLst>
          </p:cNvPr>
          <p:cNvSpPr/>
          <p:nvPr userDrawn="1"/>
        </p:nvSpPr>
        <p:spPr>
          <a:xfrm rot="5400000" flipV="1">
            <a:off x="-418086" y="419016"/>
            <a:ext cx="914224" cy="76192"/>
          </a:xfrm>
          <a:prstGeom prst="rect">
            <a:avLst/>
          </a:prstGeom>
          <a:solidFill>
            <a:srgbClr val="105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127393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44668"/>
            <a:ext cx="12192000" cy="419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07628" y="6528204"/>
            <a:ext cx="1016890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01F15CA8-221F-4414-94EA-5EA657BD9C69}" type="datetime5">
              <a:rPr lang="en-US" smtClean="0"/>
              <a:pPr/>
              <a:t>15-Oct-25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94504" y="6528204"/>
            <a:ext cx="5346242" cy="265318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493" y="6528204"/>
            <a:ext cx="506945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 rot="5400000">
            <a:off x="695811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2103605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rot="5400000">
            <a:off x="4429762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56F548AD-B49A-4B62-92B8-888ABE21A0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328" y="293459"/>
            <a:ext cx="9990327" cy="599884"/>
          </a:xfrm>
        </p:spPr>
        <p:txBody>
          <a:bodyPr>
            <a:normAutofit/>
          </a:bodyPr>
          <a:lstStyle>
            <a:lvl1pPr>
              <a:defRPr sz="2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C6B0994-20ED-4845-B648-CB431364F4AA}"/>
              </a:ext>
            </a:extLst>
          </p:cNvPr>
          <p:cNvSpPr txBox="1">
            <a:spLocks/>
          </p:cNvSpPr>
          <p:nvPr userDrawn="1"/>
        </p:nvSpPr>
        <p:spPr>
          <a:xfrm>
            <a:off x="2314711" y="6547570"/>
            <a:ext cx="2189762" cy="245953"/>
          </a:xfrm>
          <a:prstGeom prst="rect">
            <a:avLst/>
          </a:prstGeom>
        </p:spPr>
        <p:txBody>
          <a:bodyPr vert="horz" lIns="108846" tIns="54423" rIns="108846" bIns="54423" rtlCol="0" anchor="ctr"/>
          <a:lstStyle>
            <a:lvl1pPr algn="ctr">
              <a:defRPr sz="14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1088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6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SAMSAN confidential</a:t>
            </a:r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262327" y="1143441"/>
            <a:ext cx="11191719" cy="4954557"/>
          </a:xfrm>
        </p:spPr>
        <p:txBody>
          <a:bodyPr>
            <a:normAutofit/>
          </a:bodyPr>
          <a:lstStyle>
            <a:lvl1pPr>
              <a:buNone/>
              <a:defRPr sz="2166"/>
            </a:lvl1pPr>
          </a:lstStyle>
          <a:p>
            <a:r>
              <a:rPr lang="en-US"/>
              <a:t>Click to place map /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093778-1F05-B7A5-7CBC-396BB5A36850}"/>
              </a:ext>
            </a:extLst>
          </p:cNvPr>
          <p:cNvSpPr/>
          <p:nvPr userDrawn="1"/>
        </p:nvSpPr>
        <p:spPr>
          <a:xfrm rot="5400000" flipV="1">
            <a:off x="-418086" y="419016"/>
            <a:ext cx="914224" cy="76192"/>
          </a:xfrm>
          <a:prstGeom prst="rect">
            <a:avLst/>
          </a:prstGeom>
          <a:solidFill>
            <a:srgbClr val="105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41432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44668"/>
            <a:ext cx="12192000" cy="419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07628" y="6528204"/>
            <a:ext cx="1016890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01F15CA8-221F-4414-94EA-5EA657BD9C69}" type="datetime5">
              <a:rPr lang="en-US" smtClean="0"/>
              <a:pPr/>
              <a:t>15-Oct-25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94504" y="6528204"/>
            <a:ext cx="5346242" cy="265318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493" y="6528204"/>
            <a:ext cx="506945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 rot="5400000">
            <a:off x="695811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2103605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rot="5400000">
            <a:off x="4429762" y="6656792"/>
            <a:ext cx="239954" cy="13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C6B0994-20ED-4845-B648-CB431364F4AA}"/>
              </a:ext>
            </a:extLst>
          </p:cNvPr>
          <p:cNvSpPr txBox="1">
            <a:spLocks/>
          </p:cNvSpPr>
          <p:nvPr userDrawn="1"/>
        </p:nvSpPr>
        <p:spPr>
          <a:xfrm>
            <a:off x="2314711" y="6547570"/>
            <a:ext cx="2189762" cy="245953"/>
          </a:xfrm>
          <a:prstGeom prst="rect">
            <a:avLst/>
          </a:prstGeom>
        </p:spPr>
        <p:txBody>
          <a:bodyPr vert="horz" lIns="108846" tIns="54423" rIns="108846" bIns="54423" rtlCol="0" anchor="ctr"/>
          <a:lstStyle>
            <a:lvl1pPr algn="ctr">
              <a:defRPr sz="14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1088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6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SAMSAN confidential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7419902" y="3485402"/>
            <a:ext cx="3550164" cy="899356"/>
          </a:xfrm>
        </p:spPr>
        <p:txBody>
          <a:bodyPr lIns="0" tIns="0" rIns="0" bIns="0">
            <a:normAutofit/>
          </a:bodyPr>
          <a:lstStyle>
            <a:lvl1pPr algn="l">
              <a:buNone/>
              <a:defRPr sz="1000"/>
            </a:lvl1pPr>
            <a:lvl2pPr algn="l">
              <a:buNone/>
              <a:defRPr sz="1000"/>
            </a:lvl2pPr>
            <a:lvl3pPr algn="l">
              <a:buNone/>
              <a:defRPr sz="1000"/>
            </a:lvl3pPr>
            <a:lvl4pPr algn="l">
              <a:buNone/>
              <a:defRPr sz="1000"/>
            </a:lvl4pPr>
            <a:lvl5pPr algn="l">
              <a:buNone/>
              <a:defRPr sz="10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Contact No</a:t>
            </a:r>
          </a:p>
          <a:p>
            <a:pPr lvl="0"/>
            <a:r>
              <a:rPr lang="en-US"/>
              <a:t>E-mail id</a:t>
            </a:r>
          </a:p>
        </p:txBody>
      </p:sp>
      <p:sp>
        <p:nvSpPr>
          <p:cNvPr id="24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7419902" y="5161478"/>
            <a:ext cx="3550164" cy="929831"/>
          </a:xfrm>
        </p:spPr>
        <p:txBody>
          <a:bodyPr lIns="0" tIns="0" rIns="0" bIns="0">
            <a:normAutofit/>
          </a:bodyPr>
          <a:lstStyle>
            <a:lvl1pPr algn="l">
              <a:buNone/>
              <a:defRPr sz="1000"/>
            </a:lvl1pPr>
            <a:lvl2pPr algn="l">
              <a:buNone/>
              <a:defRPr sz="1000"/>
            </a:lvl2pPr>
            <a:lvl3pPr algn="l">
              <a:buNone/>
              <a:defRPr sz="1000"/>
            </a:lvl3pPr>
            <a:lvl4pPr algn="l">
              <a:buNone/>
              <a:defRPr sz="1000"/>
            </a:lvl4pPr>
            <a:lvl5pPr algn="l">
              <a:buNone/>
              <a:defRPr sz="10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Contact No</a:t>
            </a:r>
          </a:p>
          <a:p>
            <a:pPr lvl="0"/>
            <a:r>
              <a:rPr lang="en-US"/>
              <a:t>E-mail id</a:t>
            </a: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7419902" y="3379111"/>
            <a:ext cx="3558154" cy="132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7419902" y="5055188"/>
            <a:ext cx="3558154" cy="132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7408527" y="2976947"/>
            <a:ext cx="4125729" cy="351766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666" b="1" baseline="0"/>
            </a:lvl1pPr>
          </a:lstStyle>
          <a:p>
            <a:pPr lvl="0"/>
            <a:r>
              <a:rPr lang="en-US"/>
              <a:t>Name of the presenter 1</a:t>
            </a:r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7408527" y="4629581"/>
            <a:ext cx="4125729" cy="351766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666" b="1" baseline="0"/>
            </a:lvl1pPr>
          </a:lstStyle>
          <a:p>
            <a:pPr lvl="0"/>
            <a:r>
              <a:rPr lang="en-US"/>
              <a:t>Name of the presenter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2264D9-EC8F-015C-A755-3D6ECD3D1816}"/>
              </a:ext>
            </a:extLst>
          </p:cNvPr>
          <p:cNvSpPr/>
          <p:nvPr userDrawn="1"/>
        </p:nvSpPr>
        <p:spPr>
          <a:xfrm rot="5400000" flipV="1">
            <a:off x="-418086" y="419016"/>
            <a:ext cx="914224" cy="76192"/>
          </a:xfrm>
          <a:prstGeom prst="rect">
            <a:avLst/>
          </a:prstGeom>
          <a:solidFill>
            <a:srgbClr val="105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3794239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o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1841806"/>
            <a:ext cx="12192000" cy="2539510"/>
          </a:xfrm>
          <a:prstGeom prst="rect">
            <a:avLst/>
          </a:prstGeom>
          <a:solidFill>
            <a:srgbClr val="105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2016443" y="2810111"/>
            <a:ext cx="8159114" cy="634877"/>
          </a:xfrm>
        </p:spPr>
        <p:txBody>
          <a:bodyPr anchor="b">
            <a:normAutofit/>
          </a:bodyPr>
          <a:lstStyle>
            <a:lvl1pPr algn="ctr">
              <a:buFontTx/>
              <a:buNone/>
              <a:defRPr sz="28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enter section title</a:t>
            </a:r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A13CA8-832A-44F1-B719-4FDBB439B0CE}"/>
              </a:ext>
            </a:extLst>
          </p:cNvPr>
          <p:cNvSpPr/>
          <p:nvPr userDrawn="1"/>
        </p:nvSpPr>
        <p:spPr>
          <a:xfrm>
            <a:off x="0" y="6444668"/>
            <a:ext cx="12192000" cy="419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088495" rtl="0" eaLnBrk="1" latinLnBrk="0" hangingPunct="1"/>
            <a:endParaRPr lang="en-IN" sz="2166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603435B-97BB-4C0B-ACD0-BA54E6676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7628" y="6528204"/>
            <a:ext cx="1016890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tx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01F15CA8-221F-4414-94EA-5EA657BD9C69}" type="datetime5">
              <a:rPr lang="en-US" smtClean="0"/>
              <a:pPr/>
              <a:t>15-Oct-25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B7812E4-4BF6-4EE3-91B2-E4ACAB3CD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94504" y="6528204"/>
            <a:ext cx="5346242" cy="265318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tx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69B916F-B54C-4077-8964-2CF05706B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493" y="6528204"/>
            <a:ext cx="506945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tx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0DF5F0-4686-4D5B-A95C-0B978E7FD3BB}"/>
              </a:ext>
            </a:extLst>
          </p:cNvPr>
          <p:cNvCxnSpPr/>
          <p:nvPr userDrawn="1"/>
        </p:nvCxnSpPr>
        <p:spPr>
          <a:xfrm rot="5400000">
            <a:off x="695811" y="6656792"/>
            <a:ext cx="239954" cy="13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4FB61C3-25AE-4CCF-BC5B-358DD398DD86}"/>
              </a:ext>
            </a:extLst>
          </p:cNvPr>
          <p:cNvCxnSpPr/>
          <p:nvPr userDrawn="1"/>
        </p:nvCxnSpPr>
        <p:spPr>
          <a:xfrm rot="5400000">
            <a:off x="2103605" y="6656792"/>
            <a:ext cx="239954" cy="13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697731-6845-4E55-90F8-17FF0B144775}"/>
              </a:ext>
            </a:extLst>
          </p:cNvPr>
          <p:cNvCxnSpPr/>
          <p:nvPr userDrawn="1"/>
        </p:nvCxnSpPr>
        <p:spPr>
          <a:xfrm rot="5400000">
            <a:off x="4429762" y="6656792"/>
            <a:ext cx="239954" cy="13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7B3B183-4C94-4145-A493-E31D5DF580B1}"/>
              </a:ext>
            </a:extLst>
          </p:cNvPr>
          <p:cNvSpPr txBox="1">
            <a:spLocks/>
          </p:cNvSpPr>
          <p:nvPr userDrawn="1"/>
        </p:nvSpPr>
        <p:spPr>
          <a:xfrm>
            <a:off x="2314711" y="6547570"/>
            <a:ext cx="2189762" cy="245953"/>
          </a:xfrm>
          <a:prstGeom prst="rect">
            <a:avLst/>
          </a:prstGeom>
        </p:spPr>
        <p:txBody>
          <a:bodyPr vert="horz" lIns="108846" tIns="54423" rIns="108846" bIns="54423" rtlCol="0" anchor="ctr"/>
          <a:lstStyle>
            <a:lvl1pPr algn="ctr">
              <a:defRPr sz="14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1088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6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SAMSAN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5610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72613AB-9DE5-412B-8150-F0D61D32F748}"/>
              </a:ext>
            </a:extLst>
          </p:cNvPr>
          <p:cNvSpPr/>
          <p:nvPr userDrawn="1"/>
        </p:nvSpPr>
        <p:spPr>
          <a:xfrm>
            <a:off x="0" y="1905294"/>
            <a:ext cx="12192000" cy="4952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5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47BF95-0D43-4CD0-A572-7A9984D3837C}"/>
              </a:ext>
            </a:extLst>
          </p:cNvPr>
          <p:cNvSpPr txBox="1"/>
          <p:nvPr userDrawn="1"/>
        </p:nvSpPr>
        <p:spPr>
          <a:xfrm>
            <a:off x="1878627" y="754583"/>
            <a:ext cx="8434747" cy="6564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66" b="1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2B5F79-7EBA-4B04-A250-E4434250D613}"/>
              </a:ext>
            </a:extLst>
          </p:cNvPr>
          <p:cNvSpPr/>
          <p:nvPr userDrawn="1"/>
        </p:nvSpPr>
        <p:spPr>
          <a:xfrm>
            <a:off x="0" y="6693"/>
            <a:ext cx="12191338" cy="189860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AC1F1FB-E52E-76CA-69D2-00ECBEE41E0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5280271"/>
              </p:ext>
            </p:extLst>
          </p:nvPr>
        </p:nvGraphicFramePr>
        <p:xfrm>
          <a:off x="4112775" y="2320058"/>
          <a:ext cx="3966452" cy="212285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966452">
                  <a:extLst>
                    <a:ext uri="{9D8B030D-6E8A-4147-A177-3AD203B41FA5}">
                      <a16:colId xmlns:a16="http://schemas.microsoft.com/office/drawing/2014/main" val="3937605552"/>
                    </a:ext>
                  </a:extLst>
                </a:gridCol>
              </a:tblGrid>
              <a:tr h="42457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Contact : India</a:t>
                      </a:r>
                    </a:p>
                  </a:txBody>
                  <a:tcPr marL="76192" marR="76192" marT="38093" marB="3809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22184515"/>
                  </a:ext>
                </a:extLst>
              </a:tr>
              <a:tr h="424570"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Prashant Deshpande</a:t>
                      </a:r>
                    </a:p>
                  </a:txBody>
                  <a:tcPr marL="76192" marR="76192" marT="38093" marB="38093" anchor="ctr"/>
                </a:tc>
                <a:extLst>
                  <a:ext uri="{0D108BD9-81ED-4DB2-BD59-A6C34878D82A}">
                    <a16:rowId xmlns:a16="http://schemas.microsoft.com/office/drawing/2014/main" val="2197872966"/>
                  </a:ext>
                </a:extLst>
              </a:tr>
              <a:tr h="42457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Founder Director &amp; CEO</a:t>
                      </a:r>
                    </a:p>
                  </a:txBody>
                  <a:tcPr marL="76192" marR="76192" marT="38093" marB="38093" anchor="ctr"/>
                </a:tc>
                <a:extLst>
                  <a:ext uri="{0D108BD9-81ED-4DB2-BD59-A6C34878D82A}">
                    <a16:rowId xmlns:a16="http://schemas.microsoft.com/office/drawing/2014/main" val="3185765966"/>
                  </a:ext>
                </a:extLst>
              </a:tr>
              <a:tr h="424570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hlinkClick r:id="rId2"/>
                        </a:rPr>
                        <a:t>prashant@samsanlabs.com</a:t>
                      </a:r>
                      <a:r>
                        <a:rPr lang="en-US" sz="1500"/>
                        <a:t> </a:t>
                      </a:r>
                    </a:p>
                  </a:txBody>
                  <a:tcPr marL="76192" marR="76192" marT="38093" marB="38093" anchor="ctr"/>
                </a:tc>
                <a:extLst>
                  <a:ext uri="{0D108BD9-81ED-4DB2-BD59-A6C34878D82A}">
                    <a16:rowId xmlns:a16="http://schemas.microsoft.com/office/drawing/2014/main" val="3535587429"/>
                  </a:ext>
                </a:extLst>
              </a:tr>
              <a:tr h="42457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+91 98220 59411</a:t>
                      </a:r>
                    </a:p>
                  </a:txBody>
                  <a:tcPr marL="76192" marR="76192" marT="38093" marB="38093" anchor="ctr"/>
                </a:tc>
                <a:extLst>
                  <a:ext uri="{0D108BD9-81ED-4DB2-BD59-A6C34878D82A}">
                    <a16:rowId xmlns:a16="http://schemas.microsoft.com/office/drawing/2014/main" val="29497597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02BFA4A-0141-EC74-9E47-9752769A4F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4071" y="4473075"/>
            <a:ext cx="3743195" cy="19815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6143C9-1969-04FC-A9EF-20E44E5E23FD}"/>
              </a:ext>
            </a:extLst>
          </p:cNvPr>
          <p:cNvSpPr txBox="1"/>
          <p:nvPr userDrawn="1"/>
        </p:nvSpPr>
        <p:spPr>
          <a:xfrm>
            <a:off x="1878627" y="5892457"/>
            <a:ext cx="843474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0">
                <a:solidFill>
                  <a:schemeClr val="tx1"/>
                </a:solidFill>
              </a:rPr>
              <a:t>SAMSAN </a:t>
            </a:r>
            <a:r>
              <a:rPr lang="en-US" sz="2000" b="0" err="1">
                <a:solidFill>
                  <a:schemeClr val="tx1"/>
                </a:solidFill>
              </a:rPr>
              <a:t>Technische</a:t>
            </a:r>
            <a:r>
              <a:rPr lang="en-US" sz="2000" b="0">
                <a:solidFill>
                  <a:schemeClr val="tx1"/>
                </a:solidFill>
              </a:rPr>
              <a:t> Labs Pvt Ltd</a:t>
            </a:r>
          </a:p>
        </p:txBody>
      </p:sp>
    </p:spTree>
    <p:extLst>
      <p:ext uri="{BB962C8B-B14F-4D97-AF65-F5344CB8AC3E}">
        <p14:creationId xmlns:p14="http://schemas.microsoft.com/office/powerpoint/2010/main" val="655642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79" y="1169712"/>
            <a:ext cx="12192000" cy="57145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666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6636" y="2402198"/>
            <a:ext cx="11581143" cy="563985"/>
          </a:xfrm>
        </p:spPr>
        <p:txBody>
          <a:bodyPr>
            <a:normAutofit/>
          </a:bodyPr>
          <a:lstStyle>
            <a:lvl1pPr algn="ctr">
              <a:defRPr sz="1666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short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6636" y="3037076"/>
            <a:ext cx="11581143" cy="899826"/>
          </a:xfrm>
        </p:spPr>
        <p:txBody>
          <a:bodyPr>
            <a:normAutofit/>
          </a:bodyPr>
          <a:lstStyle>
            <a:lvl1pPr marL="0" indent="0" algn="ctr">
              <a:buNone/>
              <a:defRPr sz="2666">
                <a:solidFill>
                  <a:schemeClr val="bg1"/>
                </a:solidFill>
              </a:defRPr>
            </a:lvl1pPr>
            <a:lvl2pPr marL="544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main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7B3CA-BFA0-451C-8D51-C49664F7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53C94-F23A-435D-9C4E-5B32F6C1EE75}" type="datetime5">
              <a:rPr lang="en-US" smtClean="0"/>
              <a:pPr/>
              <a:t>15-Oct-25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8F8AA-84DF-460B-8C56-F4BE5EA86A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127" y="25000"/>
            <a:ext cx="1650821" cy="165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05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2676552"/>
            <a:ext cx="12192000" cy="9142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088495" rtl="0" eaLnBrk="1" latinLnBrk="0" hangingPunct="1"/>
            <a:endParaRPr lang="en-IN" sz="2166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2175406" y="2810111"/>
            <a:ext cx="8159114" cy="634877"/>
          </a:xfrm>
        </p:spPr>
        <p:txBody>
          <a:bodyPr anchor="b">
            <a:normAutofit/>
          </a:bodyPr>
          <a:lstStyle>
            <a:lvl1pPr algn="ctr">
              <a:buFontTx/>
              <a:buNone/>
              <a:defRPr sz="28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enter section title</a:t>
            </a:r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FC71CB-B821-4B34-A8FC-3F92D0C7259D}"/>
              </a:ext>
            </a:extLst>
          </p:cNvPr>
          <p:cNvSpPr/>
          <p:nvPr userDrawn="1"/>
        </p:nvSpPr>
        <p:spPr>
          <a:xfrm>
            <a:off x="-662" y="6444668"/>
            <a:ext cx="12192000" cy="4199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088495" rtl="0" eaLnBrk="1" latinLnBrk="0" hangingPunct="1"/>
            <a:endParaRPr lang="en-IN" sz="2166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DD0EA4D-239A-4268-80A4-24FD847AD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331" y="6528203"/>
            <a:ext cx="8099121" cy="239954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090AA65-60A0-4007-8B97-43A9193FA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493" y="6528203"/>
            <a:ext cx="506945" cy="239954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240EE961-B764-4495-B085-070BA98A05C0}"/>
              </a:ext>
            </a:extLst>
          </p:cNvPr>
          <p:cNvSpPr txBox="1">
            <a:spLocks/>
          </p:cNvSpPr>
          <p:nvPr userDrawn="1"/>
        </p:nvSpPr>
        <p:spPr>
          <a:xfrm>
            <a:off x="699086" y="6528203"/>
            <a:ext cx="2285752" cy="239954"/>
          </a:xfrm>
          <a:prstGeom prst="rect">
            <a:avLst/>
          </a:prstGeom>
        </p:spPr>
        <p:txBody>
          <a:bodyPr vert="horz" lIns="108846" tIns="54423" rIns="108846" bIns="54423" rtlCol="0" anchor="ctr"/>
          <a:lstStyle>
            <a:lvl1pPr algn="ctr">
              <a:defRPr sz="14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1088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6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SAMSAN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0391E8-F08E-4D9F-BDC7-0BA1FC957A75}"/>
              </a:ext>
            </a:extLst>
          </p:cNvPr>
          <p:cNvCxnSpPr>
            <a:cxnSpLocks/>
          </p:cNvCxnSpPr>
          <p:nvPr userDrawn="1"/>
        </p:nvCxnSpPr>
        <p:spPr>
          <a:xfrm>
            <a:off x="929411" y="6412924"/>
            <a:ext cx="0" cy="42058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ate Placeholder 4">
            <a:extLst>
              <a:ext uri="{FF2B5EF4-FFF2-40B4-BE49-F238E27FC236}">
                <a16:creationId xmlns:a16="http://schemas.microsoft.com/office/drawing/2014/main" id="{B81CBD33-708F-466F-A2BA-D82302334C4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174449" y="6508269"/>
            <a:ext cx="1016890" cy="2459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C53C94-F23A-435D-9C4E-5B32F6C1EE75}" type="datetime5">
              <a:rPr lang="en-US" smtClean="0"/>
              <a:pPr/>
              <a:t>15-Oct-25</a:t>
            </a:fld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85959F-A052-4B3B-927B-16116EB489E4}"/>
              </a:ext>
            </a:extLst>
          </p:cNvPr>
          <p:cNvCxnSpPr>
            <a:cxnSpLocks/>
          </p:cNvCxnSpPr>
          <p:nvPr userDrawn="1"/>
        </p:nvCxnSpPr>
        <p:spPr>
          <a:xfrm>
            <a:off x="2921345" y="6412924"/>
            <a:ext cx="0" cy="42058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AF3A50-2573-4D4E-AE89-B6E402737C4F}"/>
              </a:ext>
            </a:extLst>
          </p:cNvPr>
          <p:cNvCxnSpPr>
            <a:cxnSpLocks/>
          </p:cNvCxnSpPr>
          <p:nvPr userDrawn="1"/>
        </p:nvCxnSpPr>
        <p:spPr>
          <a:xfrm>
            <a:off x="11175449" y="6412924"/>
            <a:ext cx="0" cy="42058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26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50"/>
            </a:lvl1pPr>
          </a:lstStyle>
          <a:p>
            <a:fld id="{AE577F39-B882-FB4F-BD46-95C2A231B6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4084F-1993-29DC-8792-D74A63577EDF}"/>
              </a:ext>
            </a:extLst>
          </p:cNvPr>
          <p:cNvSpPr txBox="1"/>
          <p:nvPr userDrawn="1"/>
        </p:nvSpPr>
        <p:spPr>
          <a:xfrm>
            <a:off x="345473" y="6467413"/>
            <a:ext cx="2440212" cy="203133"/>
          </a:xfrm>
          <a:prstGeom prst="rect">
            <a:avLst/>
          </a:prstGeom>
          <a:noFill/>
        </p:spPr>
        <p:txBody>
          <a:bodyPr wrap="none" lIns="35997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2023 HCL Technologies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5230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68f16ac2f_18_45"/>
          <p:cNvSpPr txBox="1">
            <a:spLocks noGrp="1"/>
          </p:cNvSpPr>
          <p:nvPr>
            <p:ph type="title"/>
          </p:nvPr>
        </p:nvSpPr>
        <p:spPr>
          <a:xfrm>
            <a:off x="957068" y="510900"/>
            <a:ext cx="10277700" cy="1248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2" name="Google Shape;52;g2168f16ac2f_18_45"/>
          <p:cNvSpPr/>
          <p:nvPr/>
        </p:nvSpPr>
        <p:spPr>
          <a:xfrm flipH="1">
            <a:off x="67" y="6445700"/>
            <a:ext cx="6096000" cy="41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90" tIns="121890" rIns="121890" bIns="12189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  <p:sp>
        <p:nvSpPr>
          <p:cNvPr id="53" name="Google Shape;53;g2168f16ac2f_18_45"/>
          <p:cNvSpPr/>
          <p:nvPr/>
        </p:nvSpPr>
        <p:spPr>
          <a:xfrm flipH="1">
            <a:off x="6096000" y="6445700"/>
            <a:ext cx="6096000" cy="4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90" tIns="121890" rIns="121890" bIns="12189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  <p:sp>
        <p:nvSpPr>
          <p:cNvPr id="54" name="Google Shape;54;g2168f16ac2f_18_4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37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0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398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432001" y="432000"/>
            <a:ext cx="11328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431801" y="1008001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65" lvl="0" indent="-228583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330" lvl="1" indent="-2285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495" lvl="2" indent="-2285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660" lvl="3" indent="-2285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5825" lvl="4" indent="-2285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2989" lvl="5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155" lvl="6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320" lvl="7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484" lvl="8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6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1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680" indent="0">
              <a:buNone/>
              <a:defRPr/>
            </a:lvl2pPr>
            <a:lvl3pPr marL="542883" indent="0">
              <a:buNone/>
              <a:defRPr/>
            </a:lvl3pPr>
            <a:lvl4pPr marL="809563" indent="0">
              <a:buNone/>
              <a:defRPr/>
            </a:lvl4pPr>
            <a:lvl5pPr marL="1076243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5000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title"/>
          </p:nvPr>
        </p:nvSpPr>
        <p:spPr>
          <a:xfrm>
            <a:off x="432001" y="432000"/>
            <a:ext cx="11328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1"/>
          </p:nvPr>
        </p:nvSpPr>
        <p:spPr>
          <a:xfrm>
            <a:off x="431801" y="1008001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65" lvl="0" indent="-228583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330" lvl="1" indent="-2285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495" lvl="2" indent="-2285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660" lvl="3" indent="-2285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5825" lvl="4" indent="-2285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2989" lvl="5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155" lvl="6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320" lvl="7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484" lvl="8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2"/>
          </p:nvPr>
        </p:nvSpPr>
        <p:spPr>
          <a:xfrm>
            <a:off x="432001" y="1512000"/>
            <a:ext cx="11328000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65" lvl="0" indent="-342873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marL="914330" lvl="1" indent="-3301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495" lvl="2" indent="-31747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660" lvl="3" indent="-31747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5825" lvl="4" indent="-31747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2989" lvl="5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155" lvl="6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320" lvl="7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484" lvl="8" indent="-34287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722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1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25" indent="0">
              <a:buNone/>
              <a:defRPr sz="2166">
                <a:solidFill>
                  <a:schemeClr val="tx1">
                    <a:tint val="75000"/>
                  </a:schemeClr>
                </a:solidFill>
              </a:defRPr>
            </a:lvl2pPr>
            <a:lvl3pPr marL="1088452" indent="0">
              <a:buNone/>
              <a:defRPr sz="1916">
                <a:solidFill>
                  <a:schemeClr val="tx1">
                    <a:tint val="75000"/>
                  </a:schemeClr>
                </a:solidFill>
              </a:defRPr>
            </a:lvl3pPr>
            <a:lvl4pPr marL="1632678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4pPr>
            <a:lvl5pPr marL="2176903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5pPr>
            <a:lvl6pPr marL="272113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6pPr>
            <a:lvl7pPr marL="3265355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7pPr>
            <a:lvl8pPr marL="380958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8pPr>
            <a:lvl9pPr marL="4353807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1" y="1008186"/>
            <a:ext cx="11364384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4"/>
              </a:spcBef>
              <a:buNone/>
              <a:defRPr sz="2000"/>
            </a:lvl1pPr>
            <a:lvl2pPr marL="0" indent="0">
              <a:spcBef>
                <a:spcPts val="714"/>
              </a:spcBef>
              <a:buNone/>
              <a:defRPr sz="2166"/>
            </a:lvl2pPr>
            <a:lvl3pPr marL="0" indent="0">
              <a:spcBef>
                <a:spcPts val="714"/>
              </a:spcBef>
              <a:buNone/>
              <a:defRPr sz="2166"/>
            </a:lvl3pPr>
            <a:lvl4pPr marL="0" indent="0">
              <a:spcBef>
                <a:spcPts val="714"/>
              </a:spcBef>
              <a:buNone/>
              <a:defRPr sz="2166"/>
            </a:lvl4pPr>
            <a:lvl5pPr marL="0" indent="0">
              <a:spcBef>
                <a:spcPts val="714"/>
              </a:spcBef>
              <a:buNone/>
              <a:defRPr sz="2166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1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6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17519" y="1005389"/>
            <a:ext cx="9273367" cy="7620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42" tIns="54421" rIns="108842" bIns="54421" rtlCol="0" anchor="ctr"/>
          <a:lstStyle/>
          <a:p>
            <a:pPr algn="ctr"/>
            <a:endParaRPr lang="en-US" sz="2166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1"/>
            <a:ext cx="609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10/15/25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1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1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 userDrawn="1"/>
        </p:nvCxnSpPr>
        <p:spPr>
          <a:xfrm rot="5400000">
            <a:off x="519642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1293284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2865967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/>
          <p:cNvSpPr txBox="1">
            <a:spLocks/>
          </p:cNvSpPr>
          <p:nvPr userDrawn="1"/>
        </p:nvSpPr>
        <p:spPr>
          <a:xfrm>
            <a:off x="1513417" y="6515101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0" y="6339193"/>
            <a:ext cx="12192000" cy="616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42" tIns="54421" rIns="108842" bIns="54421" rtlCol="0" anchor="ctr"/>
          <a:lstStyle/>
          <a:p>
            <a:pPr algn="ctr"/>
            <a:endParaRPr lang="en-US" sz="2166"/>
          </a:p>
        </p:txBody>
      </p:sp>
      <p:pic>
        <p:nvPicPr>
          <p:cNvPr id="30" name="Picture 29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01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1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25" indent="0">
              <a:buNone/>
              <a:defRPr sz="2166">
                <a:solidFill>
                  <a:schemeClr val="tx1">
                    <a:tint val="75000"/>
                  </a:schemeClr>
                </a:solidFill>
              </a:defRPr>
            </a:lvl2pPr>
            <a:lvl3pPr marL="1088452" indent="0">
              <a:buNone/>
              <a:defRPr sz="1916">
                <a:solidFill>
                  <a:schemeClr val="tx1">
                    <a:tint val="75000"/>
                  </a:schemeClr>
                </a:solidFill>
              </a:defRPr>
            </a:lvl3pPr>
            <a:lvl4pPr marL="1632678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4pPr>
            <a:lvl5pPr marL="2176903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5pPr>
            <a:lvl6pPr marL="272113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6pPr>
            <a:lvl7pPr marL="3265355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7pPr>
            <a:lvl8pPr marL="380958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8pPr>
            <a:lvl9pPr marL="4353807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1" y="1008186"/>
            <a:ext cx="11364384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4"/>
              </a:spcBef>
              <a:buNone/>
              <a:defRPr sz="2000"/>
            </a:lvl1pPr>
            <a:lvl2pPr marL="0" indent="0">
              <a:spcBef>
                <a:spcPts val="714"/>
              </a:spcBef>
              <a:buNone/>
              <a:defRPr sz="2166"/>
            </a:lvl2pPr>
            <a:lvl3pPr marL="0" indent="0">
              <a:spcBef>
                <a:spcPts val="714"/>
              </a:spcBef>
              <a:buNone/>
              <a:defRPr sz="2166"/>
            </a:lvl3pPr>
            <a:lvl4pPr marL="0" indent="0">
              <a:spcBef>
                <a:spcPts val="714"/>
              </a:spcBef>
              <a:buNone/>
              <a:defRPr sz="2166"/>
            </a:lvl4pPr>
            <a:lvl5pPr marL="0" indent="0">
              <a:spcBef>
                <a:spcPts val="714"/>
              </a:spcBef>
              <a:buNone/>
              <a:defRPr sz="2166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1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6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17519" y="1005389"/>
            <a:ext cx="9273367" cy="7620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42" tIns="54421" rIns="108842" bIns="54421" rtlCol="0" anchor="ctr"/>
          <a:lstStyle/>
          <a:p>
            <a:pPr algn="ctr"/>
            <a:endParaRPr lang="en-US" sz="2166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1"/>
            <a:ext cx="609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10/15/25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1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1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 userDrawn="1"/>
        </p:nvCxnSpPr>
        <p:spPr>
          <a:xfrm rot="5400000">
            <a:off x="519642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1293284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2865967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/>
          <p:cNvSpPr txBox="1">
            <a:spLocks/>
          </p:cNvSpPr>
          <p:nvPr userDrawn="1"/>
        </p:nvSpPr>
        <p:spPr>
          <a:xfrm>
            <a:off x="1513417" y="6515101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0" y="6339193"/>
            <a:ext cx="12192000" cy="616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42" tIns="54421" rIns="108842" bIns="54421" rtlCol="0" anchor="ctr"/>
          <a:lstStyle/>
          <a:p>
            <a:pPr algn="ctr"/>
            <a:endParaRPr lang="en-US" sz="2166"/>
          </a:p>
        </p:txBody>
      </p:sp>
      <p:pic>
        <p:nvPicPr>
          <p:cNvPr id="30" name="Picture 29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855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1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25" indent="0">
              <a:buNone/>
              <a:defRPr sz="2166">
                <a:solidFill>
                  <a:schemeClr val="tx1">
                    <a:tint val="75000"/>
                  </a:schemeClr>
                </a:solidFill>
              </a:defRPr>
            </a:lvl2pPr>
            <a:lvl3pPr marL="1088452" indent="0">
              <a:buNone/>
              <a:defRPr sz="1916">
                <a:solidFill>
                  <a:schemeClr val="tx1">
                    <a:tint val="75000"/>
                  </a:schemeClr>
                </a:solidFill>
              </a:defRPr>
            </a:lvl3pPr>
            <a:lvl4pPr marL="1632678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4pPr>
            <a:lvl5pPr marL="2176903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5pPr>
            <a:lvl6pPr marL="272113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6pPr>
            <a:lvl7pPr marL="3265355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7pPr>
            <a:lvl8pPr marL="380958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8pPr>
            <a:lvl9pPr marL="4353807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1" y="1008186"/>
            <a:ext cx="11364384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4"/>
              </a:spcBef>
              <a:buNone/>
              <a:defRPr sz="2000"/>
            </a:lvl1pPr>
            <a:lvl2pPr marL="0" indent="0">
              <a:spcBef>
                <a:spcPts val="714"/>
              </a:spcBef>
              <a:buNone/>
              <a:defRPr sz="2166"/>
            </a:lvl2pPr>
            <a:lvl3pPr marL="0" indent="0">
              <a:spcBef>
                <a:spcPts val="714"/>
              </a:spcBef>
              <a:buNone/>
              <a:defRPr sz="2166"/>
            </a:lvl3pPr>
            <a:lvl4pPr marL="0" indent="0">
              <a:spcBef>
                <a:spcPts val="714"/>
              </a:spcBef>
              <a:buNone/>
              <a:defRPr sz="2166"/>
            </a:lvl4pPr>
            <a:lvl5pPr marL="0" indent="0">
              <a:spcBef>
                <a:spcPts val="714"/>
              </a:spcBef>
              <a:buNone/>
              <a:defRPr sz="2166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1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6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17519" y="1005389"/>
            <a:ext cx="9273367" cy="7620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42" tIns="54421" rIns="108842" bIns="54421" rtlCol="0" anchor="ctr"/>
          <a:lstStyle/>
          <a:p>
            <a:pPr algn="ctr"/>
            <a:endParaRPr lang="en-US" sz="2166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1"/>
            <a:ext cx="609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10/15/25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1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1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 userDrawn="1"/>
        </p:nvCxnSpPr>
        <p:spPr>
          <a:xfrm rot="5400000">
            <a:off x="519642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1293284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2865967" y="6628343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/>
          <p:cNvSpPr txBox="1">
            <a:spLocks/>
          </p:cNvSpPr>
          <p:nvPr userDrawn="1"/>
        </p:nvSpPr>
        <p:spPr>
          <a:xfrm>
            <a:off x="1513417" y="6515101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0" y="6339193"/>
            <a:ext cx="12192000" cy="616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42" tIns="54421" rIns="108842" bIns="54421" rtlCol="0" anchor="ctr"/>
          <a:lstStyle/>
          <a:p>
            <a:pPr algn="ctr"/>
            <a:endParaRPr lang="en-US" sz="2166"/>
          </a:p>
        </p:txBody>
      </p:sp>
      <p:pic>
        <p:nvPicPr>
          <p:cNvPr id="30" name="Picture 29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383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662" y="6444668"/>
            <a:ext cx="12192000" cy="4199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088495" rtl="0" eaLnBrk="1" latinLnBrk="0" hangingPunct="1"/>
            <a:endParaRPr lang="en-IN" sz="2166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8761" y="254613"/>
            <a:ext cx="10539856" cy="599884"/>
          </a:xfrm>
        </p:spPr>
        <p:txBody>
          <a:bodyPr>
            <a:normAutofit/>
          </a:bodyPr>
          <a:lstStyle>
            <a:lvl1pPr>
              <a:defRPr sz="27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331" y="6528203"/>
            <a:ext cx="8099121" cy="239954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493" y="6528203"/>
            <a:ext cx="506945" cy="239954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5509E8-7683-4AD7-A41B-490BECEBFAA4}"/>
              </a:ext>
            </a:extLst>
          </p:cNvPr>
          <p:cNvCxnSpPr>
            <a:cxnSpLocks/>
          </p:cNvCxnSpPr>
          <p:nvPr userDrawn="1"/>
        </p:nvCxnSpPr>
        <p:spPr>
          <a:xfrm>
            <a:off x="929411" y="6412924"/>
            <a:ext cx="0" cy="42058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78101A01-01F5-49D6-AC13-E1F1D3404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4449" y="6508269"/>
            <a:ext cx="1016890" cy="2459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C53C94-F23A-435D-9C4E-5B32F6C1EE75}" type="datetime5">
              <a:rPr lang="en-US" smtClean="0"/>
              <a:pPr/>
              <a:t>15-Oct-25</a:t>
            </a:fld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80990E-679C-42C2-8135-2B65505F68D4}"/>
              </a:ext>
            </a:extLst>
          </p:cNvPr>
          <p:cNvCxnSpPr>
            <a:cxnSpLocks/>
          </p:cNvCxnSpPr>
          <p:nvPr userDrawn="1"/>
        </p:nvCxnSpPr>
        <p:spPr>
          <a:xfrm>
            <a:off x="2921345" y="6412924"/>
            <a:ext cx="0" cy="42058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5CBFA-5A42-4571-90A5-9D7629EA49DD}"/>
              </a:ext>
            </a:extLst>
          </p:cNvPr>
          <p:cNvCxnSpPr>
            <a:cxnSpLocks/>
          </p:cNvCxnSpPr>
          <p:nvPr userDrawn="1"/>
        </p:nvCxnSpPr>
        <p:spPr>
          <a:xfrm>
            <a:off x="11175449" y="6412924"/>
            <a:ext cx="0" cy="42058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599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76600" y="152400"/>
            <a:ext cx="8229600" cy="533400"/>
          </a:xfrm>
          <a:prstGeom prst="rect">
            <a:avLst/>
          </a:prstGeom>
        </p:spPr>
        <p:txBody>
          <a:bodyPr/>
          <a:lstStyle>
            <a:lvl1pPr>
              <a:defRPr lang="en-US" sz="2800" b="0" dirty="0">
                <a:solidFill>
                  <a:srgbClr val="07AAD7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574412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130640" tIns="65320" rIns="130640" bIns="653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00201"/>
            <a:ext cx="10972800" cy="4525963"/>
          </a:xfrm>
          <a:prstGeom prst="rect">
            <a:avLst/>
          </a:prstGeom>
        </p:spPr>
        <p:txBody>
          <a:bodyPr vert="horz" lIns="130640" tIns="65320" rIns="130640" bIns="653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9985" y="6528204"/>
            <a:ext cx="1016890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tx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1EC53C94-F23A-435D-9C4E-5B32F6C1EE75}" type="datetime5">
              <a:rPr lang="en-US" smtClean="0"/>
              <a:pPr/>
              <a:t>15-Oct-25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41422" y="6528204"/>
            <a:ext cx="9119010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tx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493" y="6528204"/>
            <a:ext cx="506945" cy="245953"/>
          </a:xfrm>
          <a:prstGeom prst="rect">
            <a:avLst/>
          </a:prstGeom>
        </p:spPr>
        <p:txBody>
          <a:bodyPr vert="horz" lIns="130640" tIns="65320" rIns="130640" bIns="65320" rtlCol="0" anchor="ctr"/>
          <a:lstStyle>
            <a:lvl1pPr algn="ctr">
              <a:defRPr sz="1166">
                <a:solidFill>
                  <a:schemeClr val="tx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/>
  <p:txStyles>
    <p:titleStyle>
      <a:lvl1pPr algn="l" defTabSz="1088495" rtl="0" eaLnBrk="1" latinLnBrk="0" hangingPunct="1">
        <a:spcBef>
          <a:spcPct val="0"/>
        </a:spcBef>
        <a:buNone/>
        <a:defRPr sz="2166" kern="1200">
          <a:solidFill>
            <a:schemeClr val="tx1"/>
          </a:solidFill>
          <a:latin typeface="Segoe UI" pitchFamily="34" charset="0"/>
          <a:ea typeface="+mj-ea"/>
          <a:cs typeface="Segoe UI" pitchFamily="34" charset="0"/>
        </a:defRPr>
      </a:lvl1pPr>
    </p:titleStyle>
    <p:bodyStyle>
      <a:lvl1pPr marL="408186" indent="-408186" algn="l" defTabSz="1088495" rtl="0" eaLnBrk="1" latinLnBrk="0" hangingPunct="1">
        <a:spcBef>
          <a:spcPct val="20000"/>
        </a:spcBef>
        <a:buFont typeface="Arial" pitchFamily="34" charset="0"/>
        <a:buChar char="•"/>
        <a:defRPr sz="2166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1pPr>
      <a:lvl2pPr marL="884403" indent="-340155" algn="l" defTabSz="108849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2pPr>
      <a:lvl3pPr marL="1360619" indent="-272124" algn="l" defTabSz="108849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3pPr>
      <a:lvl4pPr marL="1904867" indent="-272124" algn="l" defTabSz="108849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4pPr>
      <a:lvl5pPr marL="2449114" indent="-272124" algn="l" defTabSz="108849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5pPr>
      <a:lvl6pPr marL="2993362" indent="-272124" algn="l" defTabSz="1088495" rtl="0" eaLnBrk="1" latinLnBrk="0" hangingPunct="1">
        <a:spcBef>
          <a:spcPct val="20000"/>
        </a:spcBef>
        <a:buFont typeface="Arial" pitchFamily="34" charset="0"/>
        <a:buChar char="•"/>
        <a:defRPr sz="2416" kern="1200">
          <a:solidFill>
            <a:schemeClr val="tx1"/>
          </a:solidFill>
          <a:latin typeface="+mn-lt"/>
          <a:ea typeface="+mn-ea"/>
          <a:cs typeface="+mn-cs"/>
        </a:defRPr>
      </a:lvl6pPr>
      <a:lvl7pPr marL="3537610" indent="-272124" algn="l" defTabSz="1088495" rtl="0" eaLnBrk="1" latinLnBrk="0" hangingPunct="1">
        <a:spcBef>
          <a:spcPct val="20000"/>
        </a:spcBef>
        <a:buFont typeface="Arial" pitchFamily="34" charset="0"/>
        <a:buChar char="•"/>
        <a:defRPr sz="2416" kern="1200">
          <a:solidFill>
            <a:schemeClr val="tx1"/>
          </a:solidFill>
          <a:latin typeface="+mn-lt"/>
          <a:ea typeface="+mn-ea"/>
          <a:cs typeface="+mn-cs"/>
        </a:defRPr>
      </a:lvl7pPr>
      <a:lvl8pPr marL="4081857" indent="-272124" algn="l" defTabSz="1088495" rtl="0" eaLnBrk="1" latinLnBrk="0" hangingPunct="1">
        <a:spcBef>
          <a:spcPct val="20000"/>
        </a:spcBef>
        <a:buFont typeface="Arial" pitchFamily="34" charset="0"/>
        <a:buChar char="•"/>
        <a:defRPr sz="2416" kern="1200">
          <a:solidFill>
            <a:schemeClr val="tx1"/>
          </a:solidFill>
          <a:latin typeface="+mn-lt"/>
          <a:ea typeface="+mn-ea"/>
          <a:cs typeface="+mn-cs"/>
        </a:defRPr>
      </a:lvl8pPr>
      <a:lvl9pPr marL="4626105" indent="-272124" algn="l" defTabSz="1088495" rtl="0" eaLnBrk="1" latinLnBrk="0" hangingPunct="1">
        <a:spcBef>
          <a:spcPct val="20000"/>
        </a:spcBef>
        <a:buFont typeface="Arial" pitchFamily="34" charset="0"/>
        <a:buChar char="•"/>
        <a:defRPr sz="24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1pPr>
      <a:lvl2pPr marL="544248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5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3pPr>
      <a:lvl4pPr marL="1632743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4pPr>
      <a:lvl5pPr marL="2176991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5pPr>
      <a:lvl6pPr marL="2721238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6pPr>
      <a:lvl7pPr marL="3265486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7pPr>
      <a:lvl8pPr marL="3809733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8pPr>
      <a:lvl9pPr marL="4353981" algn="l" defTabSz="1088495" rtl="0" eaLnBrk="1" latinLnBrk="0" hangingPunct="1">
        <a:defRPr sz="21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7F68C-4A05-0409-D644-42BFC6117CD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15CA8-221F-4414-94EA-5EA657BD9C69}" type="datetime5">
              <a:rPr kumimoji="0" lang="en-US" sz="1166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15-Oct-25</a:t>
            </a:fld>
            <a:endParaRPr kumimoji="0" lang="en-US" sz="116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itchFamily="34" charset="0"/>
              <a:ea typeface="+mn-ea"/>
              <a:cs typeface="Segoe UI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E2A09-1CF9-DBF2-8872-2E96D976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6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itchFamily="34" charset="0"/>
              <a:ea typeface="+mn-ea"/>
              <a:cs typeface="Segoe UI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A99B7-7991-2BBA-6232-81D023E24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itchFamily="34" charset="0"/>
              <a:ea typeface="+mn-ea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B0920E-7369-36C0-01D9-DE45AAD95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CabinIQ</a:t>
            </a:r>
            <a:r>
              <a:rPr lang="en-US" baseline="30000" dirty="0" err="1"/>
              <a:t>TM</a:t>
            </a:r>
            <a:endParaRPr lang="en-US" baseline="30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14908-712B-99ED-BC31-47CCD755E4E5}"/>
              </a:ext>
            </a:extLst>
          </p:cNvPr>
          <p:cNvSpPr txBox="1"/>
          <p:nvPr/>
        </p:nvSpPr>
        <p:spPr>
          <a:xfrm>
            <a:off x="262328" y="902720"/>
            <a:ext cx="116595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 modular, AI-powered in-cabin intelligence platform that unifies Driver Monitoring (DMS), Occupant Monitoring (OMS), Health Monitoring and Mood-Based Personalization, designed for seamless integration into vehicle infotainment and zonal architectures.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16571E5-0AEB-C033-D57D-75ADD56F0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72" y="1585526"/>
            <a:ext cx="4465122" cy="2184125"/>
          </a:xfrm>
          <a:prstGeom prst="rect">
            <a:avLst/>
          </a:prstGeom>
        </p:spPr>
      </p:pic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C94AA2A5-1EAC-9A6B-2E2F-3BB927FED657}"/>
              </a:ext>
            </a:extLst>
          </p:cNvPr>
          <p:cNvGraphicFramePr>
            <a:graphicFrameLocks noGrp="1"/>
          </p:cNvGraphicFramePr>
          <p:nvPr/>
        </p:nvGraphicFramePr>
        <p:xfrm>
          <a:off x="168493" y="1699010"/>
          <a:ext cx="5749309" cy="2195522"/>
        </p:xfrm>
        <a:graphic>
          <a:graphicData uri="http://schemas.openxmlformats.org/drawingml/2006/table">
            <a:tbl>
              <a:tblPr/>
              <a:tblGrid>
                <a:gridCol w="522832">
                  <a:extLst>
                    <a:ext uri="{9D8B030D-6E8A-4147-A177-3AD203B41FA5}">
                      <a16:colId xmlns:a16="http://schemas.microsoft.com/office/drawing/2014/main" val="3419139372"/>
                    </a:ext>
                  </a:extLst>
                </a:gridCol>
                <a:gridCol w="1045667">
                  <a:extLst>
                    <a:ext uri="{9D8B030D-6E8A-4147-A177-3AD203B41FA5}">
                      <a16:colId xmlns:a16="http://schemas.microsoft.com/office/drawing/2014/main" val="3049772585"/>
                    </a:ext>
                  </a:extLst>
                </a:gridCol>
                <a:gridCol w="1434057">
                  <a:extLst>
                    <a:ext uri="{9D8B030D-6E8A-4147-A177-3AD203B41FA5}">
                      <a16:colId xmlns:a16="http://schemas.microsoft.com/office/drawing/2014/main" val="3626043495"/>
                    </a:ext>
                  </a:extLst>
                </a:gridCol>
                <a:gridCol w="1571954">
                  <a:extLst>
                    <a:ext uri="{9D8B030D-6E8A-4147-A177-3AD203B41FA5}">
                      <a16:colId xmlns:a16="http://schemas.microsoft.com/office/drawing/2014/main" val="1659685140"/>
                    </a:ext>
                  </a:extLst>
                </a:gridCol>
                <a:gridCol w="1174799">
                  <a:extLst>
                    <a:ext uri="{9D8B030D-6E8A-4147-A177-3AD203B41FA5}">
                      <a16:colId xmlns:a16="http://schemas.microsoft.com/office/drawing/2014/main" val="3088288596"/>
                    </a:ext>
                  </a:extLst>
                </a:gridCol>
              </a:tblGrid>
              <a:tr h="313646"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Platform Type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Primary Interface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Protocols Used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ECU Control Scope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944401"/>
                  </a:ext>
                </a:extLst>
              </a:tr>
              <a:tr h="4704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🤖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Android IVI Systems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VHAL (Vehicle HAL)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AIDL, Binder, VHAL abstraction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HVAC, Lighting, Seats, Audio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46404"/>
                  </a:ext>
                </a:extLst>
              </a:tr>
              <a:tr h="4704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🐧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Linux IVI Systems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SocketCAN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/ Custom HAL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SocketCAN, MQTT, gRPC, custom IPC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HVAC, Lighting, Seats, Audio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04016"/>
                  </a:ext>
                </a:extLst>
              </a:tr>
              <a:tr h="4704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🧊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QNX IVI Systems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QNX Resource Manager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POSIX, QDB, QNX Messaging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HVAC, Lighting, Seats, Audio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54915"/>
                  </a:ext>
                </a:extLst>
              </a:tr>
              <a:tr h="4704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📡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Non-Android Zonal ECUs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 / ACN (Automotive Ethernet)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CAN, SOME/IP, DoIP, UDP-based services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HVAC, Lighting, Seats, Audio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233211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F56355DA-4F09-831C-56D8-9F6387632EFA}"/>
              </a:ext>
            </a:extLst>
          </p:cNvPr>
          <p:cNvGraphicFramePr>
            <a:graphicFrameLocks noGrp="1"/>
          </p:cNvGraphicFramePr>
          <p:nvPr/>
        </p:nvGraphicFramePr>
        <p:xfrm>
          <a:off x="62733" y="4179138"/>
          <a:ext cx="12058785" cy="2189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6493">
                  <a:extLst>
                    <a:ext uri="{9D8B030D-6E8A-4147-A177-3AD203B41FA5}">
                      <a16:colId xmlns:a16="http://schemas.microsoft.com/office/drawing/2014/main" val="467522960"/>
                    </a:ext>
                  </a:extLst>
                </a:gridCol>
                <a:gridCol w="3388563">
                  <a:extLst>
                    <a:ext uri="{9D8B030D-6E8A-4147-A177-3AD203B41FA5}">
                      <a16:colId xmlns:a16="http://schemas.microsoft.com/office/drawing/2014/main" val="2922960653"/>
                    </a:ext>
                  </a:extLst>
                </a:gridCol>
                <a:gridCol w="3529013">
                  <a:extLst>
                    <a:ext uri="{9D8B030D-6E8A-4147-A177-3AD203B41FA5}">
                      <a16:colId xmlns:a16="http://schemas.microsoft.com/office/drawing/2014/main" val="4177721582"/>
                    </a:ext>
                  </a:extLst>
                </a:gridCol>
                <a:gridCol w="3984716">
                  <a:extLst>
                    <a:ext uri="{9D8B030D-6E8A-4147-A177-3AD203B41FA5}">
                      <a16:colId xmlns:a16="http://schemas.microsoft.com/office/drawing/2014/main" val="99126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CabinIQ 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02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EV Startups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Distinctive interiors, rapid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CabinIQ = Fast, modular, infotainment-based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4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/>
                        <a:t>Positioned at the intersection of safety and personalization. Tailored for next-gen cockpits with Android, QNX, or zonal architectures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70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Mass OEMs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Regulation compliance (Euro NCAP, child detection)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DMS/OMS module ready-to-deploy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4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/>
                        <a:t>Modular enough to serve entry trims to flagship EVs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830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Premium OEMs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AI-based comfort, voice personalization, OTA 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Full-stack CabinIQ with Mood AI &amp;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4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/>
                        <a:t>Cloud-optional architecture supports both low-cost and premium configurations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032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Tier-1s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Integrated cabin domain controllers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Drop-in Android or Linux module for cockpit ECUs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4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/>
                        <a:t>Reduces OEM dependency on multiple vendors — one stack, many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431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30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787FA7-50F7-81D4-D72C-FA5E076696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1F15CA8-221F-4414-94EA-5EA657BD9C69}" type="datetime5">
              <a:rPr lang="en-US" smtClean="0"/>
              <a:pPr/>
              <a:t>23-Oct-25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59D8A9-1437-D495-9EEC-A0919C88B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5DF17-38E1-58A2-CA20-308691A9E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C75962-6C09-281B-E4C7-7035E9C2DA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samsan</a:t>
            </a:r>
            <a:r>
              <a:rPr lang="en-US" dirty="0"/>
              <a:t> </a:t>
            </a:r>
            <a:r>
              <a:rPr lang="en-US" dirty="0" err="1"/>
              <a:t>CabinIQ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9E979-8EE2-7FB7-69F7-C8358D8257EC}"/>
              </a:ext>
            </a:extLst>
          </p:cNvPr>
          <p:cNvSpPr txBox="1"/>
          <p:nvPr/>
        </p:nvSpPr>
        <p:spPr>
          <a:xfrm>
            <a:off x="262328" y="902720"/>
            <a:ext cx="1165959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 modular, AI-powered in-cabin intelligence platform that unifies Driver Monitoring (DMS), Occupant Monitoring (OMS), Health Monitoring and Mood-Based Personalization, designed for seamless integration into vehicle infotainment and zonal architectures.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EBAC7-ADAC-9FCC-9718-49AFC1B81A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874" r="-1" b="30855"/>
          <a:stretch>
            <a:fillRect/>
          </a:stretch>
        </p:blipFill>
        <p:spPr>
          <a:xfrm>
            <a:off x="262328" y="1535362"/>
            <a:ext cx="5490011" cy="2272709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684464-7858-4AF7-66A0-DB369BB65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28" y="3917775"/>
            <a:ext cx="5490012" cy="23824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71BB22-6D3E-39E0-5D08-596E1E0F2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384" y="1498824"/>
            <a:ext cx="2461133" cy="25346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D342952-6E0F-206F-463E-467981532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3507" y="1513930"/>
            <a:ext cx="3574290" cy="260751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55C125-FAF7-A63F-1338-7CFE74227C24}"/>
              </a:ext>
            </a:extLst>
          </p:cNvPr>
          <p:cNvCxnSpPr/>
          <p:nvPr/>
        </p:nvCxnSpPr>
        <p:spPr>
          <a:xfrm>
            <a:off x="5827923" y="1500555"/>
            <a:ext cx="0" cy="49112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F10E67F-2117-9726-87E1-4A1785067A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1953" y="4121444"/>
            <a:ext cx="4465122" cy="218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266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">
      <a:dk1>
        <a:sysClr val="windowText" lastClr="000000"/>
      </a:dk1>
      <a:lt1>
        <a:sysClr val="window" lastClr="FFFFFF"/>
      </a:lt1>
      <a:dk2>
        <a:srgbClr val="0A408A"/>
      </a:dk2>
      <a:lt2>
        <a:srgbClr val="629AA9"/>
      </a:lt2>
      <a:accent1>
        <a:srgbClr val="0089CF"/>
      </a:accent1>
      <a:accent2>
        <a:srgbClr val="FFE100"/>
      </a:accent2>
      <a:accent3>
        <a:srgbClr val="A3CE44"/>
      </a:accent3>
      <a:accent4>
        <a:srgbClr val="FF9900"/>
      </a:accent4>
      <a:accent5>
        <a:srgbClr val="00ACED"/>
      </a:accent5>
      <a:accent6>
        <a:srgbClr val="F0824B"/>
      </a:accent6>
      <a:hlink>
        <a:srgbClr val="0000FF"/>
      </a:hlink>
      <a:folHlink>
        <a:srgbClr val="800080"/>
      </a:folHlink>
    </a:clrScheme>
    <a:fontScheme name="Custom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11794</TotalTime>
  <Words>300</Words>
  <Application>Microsoft Macintosh PowerPoint</Application>
  <PresentationFormat>Widescreen</PresentationFormat>
  <Paragraphs>54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Corbel</vt:lpstr>
      <vt:lpstr>Montserrat</vt:lpstr>
      <vt:lpstr>Segoe UI</vt:lpstr>
      <vt:lpstr>Wingdings</vt:lpstr>
      <vt:lpstr>1_Office Theme</vt:lpstr>
      <vt:lpstr>What is CabinIQTM</vt:lpstr>
      <vt:lpstr>samsan CabinIQ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Terwad</dc:creator>
  <cp:lastModifiedBy>Prashant Deshpande</cp:lastModifiedBy>
  <cp:revision>2</cp:revision>
  <dcterms:created xsi:type="dcterms:W3CDTF">2025-10-10T03:30:08Z</dcterms:created>
  <dcterms:modified xsi:type="dcterms:W3CDTF">2025-10-23T09:33:33Z</dcterms:modified>
</cp:coreProperties>
</file>